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6"/>
    <p:sldId id="2147470494" r:id="rId7"/>
    <p:sldId id="2147470502" r:id="rId8"/>
    <p:sldId id="2147470497" r:id="rId9"/>
    <p:sldId id="2147470498" r:id="rId10"/>
    <p:sldId id="2147470500" r:id="rId11"/>
    <p:sldId id="2147470503" r:id="rId12"/>
    <p:sldId id="214747049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PROCURE BOT – Intelligent Procurement and Vendor Quality Assurance Assistant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 Syed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ali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Fathima</a:t>
            </a:r>
            <a:b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239318" cy="4596179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Procurement is a critical business function responsible for sourcing raw materials, components, products, and services from suppliers.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Procurement information is often distributed across purchase orders, vendor records, quotations, invoices, contracts, and policy documents.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Manual information retrieval and vendor evaluation can be time-consuming and may delay procurement decisions.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Vendor quality assurance requires continuous monitoring of supplier delivery performance, defective units, compliance, pricing, and historical performance.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Procure Bot is proposed as an AI-powered RAG-based assistant that enables natural-language procurement queries and provides data-driven insights for vendor evaluation and procurement decision support.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337290" cy="4142989"/>
          </a:xfrm>
        </p:spPr>
        <p:txBody>
          <a:bodyPr/>
          <a:lstStyle/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develop an AI-powered travel planning assistant for personalized tourism recommendations.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understand user preferences including budget, travel duration, destination, and interests.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retrieve relevant travel information using Retrieval-Augmented Generation (RAG). generate intelligent and personalized travel itineraries using Large Language Models.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dynamically update travel schedules based on weather changes, transportation delays, and attraction availability.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provide an interactive dashboard for seamless travel planning and management.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33233" cy="444565"/>
          </a:xfrm>
        </p:spPr>
        <p:txBody>
          <a:bodyPr/>
          <a:lstStyle/>
          <a:p>
            <a:pPr lvl="0" algn="just"/>
            <a:r>
              <a:rPr lang="en-IN" dirty="0">
                <a:solidFill>
                  <a:schemeClr val="tx1"/>
                </a:solidFill>
                <a:latin typeface="+mn-lt"/>
              </a:rPr>
              <a:t>Data Ingestion &amp; Preprocessing </a:t>
            </a:r>
          </a:p>
          <a:p>
            <a:pPr lvl="1" algn="just"/>
            <a:r>
              <a:rPr lang="en-IN" dirty="0"/>
              <a:t>Collects procurement data and cleans, transforms, and standardizes it for further processing. </a:t>
            </a:r>
          </a:p>
          <a:p>
            <a:pPr lvl="0" algn="just"/>
            <a:r>
              <a:rPr lang="en-IN" dirty="0">
                <a:solidFill>
                  <a:schemeClr val="tx1"/>
                </a:solidFill>
                <a:latin typeface="+mn-lt"/>
              </a:rPr>
              <a:t>Document Processing </a:t>
            </a:r>
          </a:p>
          <a:p>
            <a:pPr lvl="1" algn="just"/>
            <a:r>
              <a:rPr lang="en-IN" dirty="0"/>
              <a:t>Converts procurement records into structured documents that can be processed by the AI system. </a:t>
            </a:r>
          </a:p>
          <a:p>
            <a:pPr lvl="0" algn="just"/>
            <a:r>
              <a:rPr lang="en-IN" dirty="0">
                <a:solidFill>
                  <a:schemeClr val="tx1"/>
                </a:solidFill>
                <a:latin typeface="+mn-lt"/>
              </a:rPr>
              <a:t>Embedding Generation </a:t>
            </a:r>
          </a:p>
          <a:p>
            <a:pPr lvl="1" algn="just"/>
            <a:r>
              <a:rPr lang="en-IN" dirty="0"/>
              <a:t>Converts procurement documents into numerical vector representations using the </a:t>
            </a:r>
            <a:r>
              <a:rPr lang="en-IN" b="1" dirty="0"/>
              <a:t>Nomic Embed Text</a:t>
            </a:r>
            <a:r>
              <a:rPr lang="en-IN" dirty="0"/>
              <a:t> model. </a:t>
            </a:r>
          </a:p>
          <a:p>
            <a:pPr lvl="0" algn="just"/>
            <a:r>
              <a:rPr lang="en-IN" dirty="0">
                <a:solidFill>
                  <a:schemeClr val="tx1"/>
                </a:solidFill>
                <a:latin typeface="+mn-lt"/>
              </a:rPr>
              <a:t>Vector Database &amp; Retrieval </a:t>
            </a:r>
          </a:p>
          <a:p>
            <a:pPr lvl="1" algn="just"/>
            <a:r>
              <a:rPr lang="en-IN" dirty="0"/>
              <a:t>Stores embeddings in </a:t>
            </a:r>
            <a:r>
              <a:rPr lang="en-IN" b="1" dirty="0" err="1"/>
              <a:t>Qdrant</a:t>
            </a:r>
            <a:r>
              <a:rPr lang="en-IN" dirty="0"/>
              <a:t> and retrieves relevant procurement records based on user queries. </a:t>
            </a:r>
          </a:p>
          <a:p>
            <a:pPr marL="457200" lvl="1" indent="0" algn="just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8B73-CA3B-2D8C-ACEC-2BE83FA91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271" y="365125"/>
            <a:ext cx="10676529" cy="1325563"/>
          </a:xfrm>
        </p:spPr>
        <p:txBody>
          <a:bodyPr/>
          <a:lstStyle/>
          <a:p>
            <a:r>
              <a:rPr lang="en-US" b="1" dirty="0">
                <a:latin typeface="Calibri" panose="020F0502020204030204"/>
              </a:rPr>
              <a:t>Module name </a:t>
            </a:r>
            <a:br>
              <a:rPr lang="en-US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8E71F-AA94-F95D-9BF4-BB0FB5C2E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n-IN" b="1" dirty="0"/>
              <a:t>Query Routing</a:t>
            </a:r>
            <a:r>
              <a:rPr lang="en-IN" dirty="0"/>
              <a:t> </a:t>
            </a:r>
          </a:p>
          <a:p>
            <a:pPr lvl="1" algn="just"/>
            <a:r>
              <a:rPr lang="en-IN" dirty="0"/>
              <a:t>Determines whether a user query requires </a:t>
            </a:r>
            <a:r>
              <a:rPr lang="en-IN" b="1" dirty="0"/>
              <a:t>RAG retrieval</a:t>
            </a:r>
            <a:r>
              <a:rPr lang="en-IN" dirty="0"/>
              <a:t> or </a:t>
            </a:r>
            <a:r>
              <a:rPr lang="en-IN" b="1" dirty="0"/>
              <a:t>procurement analytics/quality analysis</a:t>
            </a:r>
            <a:r>
              <a:rPr lang="en-IN" dirty="0"/>
              <a:t>. </a:t>
            </a:r>
          </a:p>
          <a:p>
            <a:pPr lvl="0" algn="just"/>
            <a:r>
              <a:rPr lang="en-IN" b="1" dirty="0"/>
              <a:t>Procurement Quality Analysis</a:t>
            </a:r>
            <a:r>
              <a:rPr lang="en-IN" dirty="0"/>
              <a:t> </a:t>
            </a:r>
          </a:p>
          <a:p>
            <a:pPr lvl="1" algn="just"/>
            <a:r>
              <a:rPr lang="en-IN" dirty="0"/>
              <a:t>Calculates defect rates and identifies quality-related issues at both PO and supplier levels. </a:t>
            </a:r>
          </a:p>
          <a:p>
            <a:pPr lvl="0" algn="just"/>
            <a:r>
              <a:rPr lang="en-IN" b="1" dirty="0"/>
              <a:t>Supplier Performance Analysis</a:t>
            </a:r>
            <a:r>
              <a:rPr lang="en-IN" dirty="0"/>
              <a:t> </a:t>
            </a:r>
          </a:p>
          <a:p>
            <a:pPr lvl="1" algn="just"/>
            <a:r>
              <a:rPr lang="en-IN" dirty="0" err="1"/>
              <a:t>Analyzes</a:t>
            </a:r>
            <a:r>
              <a:rPr lang="en-IN" dirty="0"/>
              <a:t> supplier performance using orders, defective units, defect rates, procurement value, and savings. </a:t>
            </a:r>
          </a:p>
          <a:p>
            <a:pPr lvl="0" algn="just"/>
            <a:r>
              <a:rPr lang="en-IN" b="1" dirty="0"/>
              <a:t>Compliance Analysis</a:t>
            </a:r>
            <a:r>
              <a:rPr lang="en-IN" dirty="0"/>
              <a:t> </a:t>
            </a:r>
          </a:p>
          <a:p>
            <a:pPr lvl="1" algn="just"/>
            <a:r>
              <a:rPr lang="en-IN" dirty="0" err="1"/>
              <a:t>Analyzes</a:t>
            </a:r>
            <a:r>
              <a:rPr lang="en-IN" dirty="0"/>
              <a:t> procurement compliance and provides compliant, non-compliant, and overall compliance statistics. </a:t>
            </a:r>
          </a:p>
          <a:p>
            <a:pPr marL="0" indent="0" algn="just">
              <a:buNone/>
            </a:pP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867258-4BE6-F099-FE45-B98567B6E9CD}"/>
              </a:ext>
            </a:extLst>
          </p:cNvPr>
          <p:cNvCxnSpPr>
            <a:cxnSpLocks/>
          </p:cNvCxnSpPr>
          <p:nvPr/>
        </p:nvCxnSpPr>
        <p:spPr>
          <a:xfrm>
            <a:off x="591388" y="1104670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86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48175" cy="4142989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Data Collection – Collect procurement and supplier records.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Data Preprocessing – Clean, standardize, and transform the collected data.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Document Creation – Convert procurement records into structured documents.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Embedding Generation – Generate vector embeddings using Nomic Embed Text.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Vector Storage – Store embeddings and metadata in </a:t>
            </a:r>
            <a:r>
              <a:rPr lang="en-IN" sz="2400" b="0" dirty="0" err="1">
                <a:solidFill>
                  <a:schemeClr val="tx1"/>
                </a:solidFill>
                <a:latin typeface="Calibri "/>
              </a:rPr>
              <a:t>Qdrant</a:t>
            </a:r>
            <a:r>
              <a:rPr lang="en-IN" sz="2400" b="0" dirty="0">
                <a:solidFill>
                  <a:schemeClr val="tx1"/>
                </a:solidFill>
                <a:latin typeface="Calibri "/>
              </a:rPr>
              <a:t>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Query Processing – Accept and process user queries in natural language.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Query Routing – Route queries to either RAG retrieval or analytics modules.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Information Retrieval – Retrieve relevant procurement information using exact matching or semantic search.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AI Response Generation – Use Llama 3.1 to generate context-based responses.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Calibri "/>
              </a:rPr>
              <a:t>Quality Analysis – </a:t>
            </a:r>
            <a:r>
              <a:rPr lang="en-IN" sz="2400" b="0" dirty="0" err="1">
                <a:solidFill>
                  <a:schemeClr val="tx1"/>
                </a:solidFill>
                <a:latin typeface="Calibri "/>
              </a:rPr>
              <a:t>Analyze</a:t>
            </a:r>
            <a:r>
              <a:rPr lang="en-IN" sz="2400" b="0" dirty="0">
                <a:solidFill>
                  <a:schemeClr val="tx1"/>
                </a:solidFill>
                <a:latin typeface="Calibri "/>
              </a:rPr>
              <a:t> defective units, defect rates, and procurement quality.</a:t>
            </a:r>
          </a:p>
          <a:p>
            <a:pPr lvl="0" algn="just"/>
            <a:endParaRPr lang="en-IN" sz="2400" b="0" dirty="0">
              <a:solidFill>
                <a:schemeClr val="tx1"/>
              </a:solidFill>
              <a:latin typeface="Calibri 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A9B0D6-8ED5-0A9F-ACC3-95AB0011E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206661" cy="444565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Supplier Analysis – Evaluate supplier performance using procurement and quality metrics.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Compliance Analysis – Calculate compliance statistics and identify non-compliant orders.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Procurement Analytics – Calculate total value, savings, orders, and other KPIs.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API Integration – Connect backend modules using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Dashboard Development – Present results through an interactive React and Tailwind CSS dashboard.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Testing &amp; Validation – Test retrieval, AI responses, analytics, APIs, and dashboard functionality.</a:t>
            </a:r>
          </a:p>
          <a:p>
            <a:pPr marL="0" indent="0" algn="just">
              <a:buNone/>
            </a:pPr>
            <a:endParaRPr lang="en-IN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BC781-A300-B258-F307-6E5399FCB2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Calibri "/>
              </a:rPr>
              <a:t>Methodology</a:t>
            </a:r>
            <a:endParaRPr lang="en-IN" sz="3600" dirty="0">
              <a:solidFill>
                <a:schemeClr val="tx1"/>
              </a:solidFill>
              <a:latin typeface="Calibri 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93D993F-3599-0CB8-6D51-47303914C787}"/>
              </a:ext>
            </a:extLst>
          </p:cNvPr>
          <p:cNvCxnSpPr>
            <a:cxnSpLocks/>
          </p:cNvCxnSpPr>
          <p:nvPr/>
        </p:nvCxnSpPr>
        <p:spPr>
          <a:xfrm>
            <a:off x="255995" y="124017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63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09433" cy="4142989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Data Cleaning – Remove duplicate and inconsistent procurement records.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Missing Value Handling – Identify and handle missing values in quantity, price, delivery, and defect-related fields.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Data Transformation – Standardize dates, numerical values, supplier names, and procurement categories.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Feature Engineering – Calculate metrics such as total procurement value, negotiation savings, and defect rate.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Exploratory Data Analysis (EDA) –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Analyze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procurement patterns, supplier performance, order status, defect rates, savings, and compliance.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Statistical Analysis – Generate summary statistics to identify trends and variations in procurement data.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Visualization – Use charts and graphs to understand supplier quality, procurement value, savings, and compliance patterns.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315518" cy="4142989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Data Preprocessing &amp; EDA – Clean, transform, and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analyze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procurement data using Pandas and NumPy.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RAG-Based Approach – Retrieve relevant procurement information and generate context-aware answers using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LlamaIndex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and Llama 3.1.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Embedding &amp; Semantic Search – Generate document embeddings using Nomic Embed Text and perform vector-based retrieval using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Qdrant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Query Routing &amp; Analytics – Route user queries to RAG or analytical modules and calculate procurement, quality, supplier, and compliance metrics using Python.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Backend API Development – Integrate AI and analytics modules through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REST APIs.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Interactive Dashboard – Visualize procurement insights and provide an AI assistant interface using React.js and Tailwind CSS.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Approach: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271975" cy="4142989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Requirement Analysis – Procurement requirements and project objectives identified.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Data Collection &amp; Preprocessing – Procurement dataset cleaned, transformed, and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analyzed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using EDA. 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RAG &amp; Vector Database Development – Document processing, embeddings,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Qdrant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storage, and retrieval implemented. 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AI &amp; Analytics Module Development – Llama 3.1 integration, query routing, quality, supplier, and compliance analysis completed.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Backend Development –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APIs developed and connected with AI and analytics modules. 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Frontend &amp; Dashboard Development – React + Tailwind CSS interface developed; dashboard and AI Assistant integration in progress.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21274" y="41993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Project plan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39CB667-2B00-80C8-744B-01AAA28E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47057"/>
          </a:xfrm>
        </p:spPr>
        <p:txBody>
          <a:bodyPr/>
          <a:lstStyle/>
          <a:p>
            <a:r>
              <a:rPr lang="en-US" sz="3600" b="1" dirty="0"/>
              <a:t>RESULT: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B4AB3-2D91-702B-AEEA-9BCC5F23D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306" y="2057401"/>
            <a:ext cx="3147238" cy="389751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295010-8AFA-6CA1-FB86-40924C259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486" y="2057400"/>
            <a:ext cx="6295804" cy="274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49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Pipeline structure: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DED284-010A-6C50-E156-209307080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5" y="1443792"/>
            <a:ext cx="11576775" cy="458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974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Module name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Syed Ali Fathima S</cp:lastModifiedBy>
  <cp:revision>24</cp:revision>
  <dcterms:created xsi:type="dcterms:W3CDTF">2024-05-13T10:33:11Z</dcterms:created>
  <dcterms:modified xsi:type="dcterms:W3CDTF">2026-10-07T20:01:04Z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